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、社会部Gmailの使い方が変わるお知らせです。これまで全員で共有していた共通パスワードをやめて、自分の会社Googleアカウントから社会部のメールを使う「代理アクセス」という方式に変わります。仕組みは難しくありません。今日はこの1点だけ持ち帰ってもらえれば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までは、社会部Gmailに1つの共通パスワードがあり、部長から記者まで全員が同じログイン情報を使っていました。これ自体は長年の運用ですが、誰かがパスワードを変えると全員に影響しますし、異動のたびに管理が必要になります。危険だから今すぐ変えるという話ではなく、人数が増えるほど鍵の管理が大変になるという、単純だけれど大事な問題だと理解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一番大事なスライドです。「代理アクセス」という言葉だけ聞くと難しそうですが、意味は単純です。自分の会社Googleアカウントで、社会部のメールボックスを開けるようになる、というだけです。記者A、B、Cのように、それぞれ自分のアカウントから入っても、開く先は同じ社会部Gmailです。そして一番大事なのは、社会部Gmailの共通パスワードを、もう覚えなくていい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メージしやすいように、社員証で例えてみます。これまでは、社会部のメール室に入るための合鍵を全員がコピーして持っているようなものでした。これからは、それぞれが自分の社員証をかざすと、社会部メール室にだけ入れる権限が追加される、というイメージです。実際にはGoogleアカウントの利用権限の話で、物理的な社員証があるわけではありませんが、考え方としてはこれで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代理アクセスでできることは、普段のメール業務とほぼ同じです。読む、検索する、返信する、送る、削除する、整理する。これで十分仕事はできます。一方でできないこともあります。社会部アカウントのパスワード変更や、Googleアカウント全体の設定変更です。つまり、メール業務はできるけれど、社会部アカウントそのものの管理者になるわけではない、という点を覚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毎日の使い方はとてもシンプルです。自分の会社Gmailを開いて、右上のプロフィール画像を押して、一覧から「社会部Gmail(代理)」を選ぶ。それだけで社会部の受信箱が開いて、あとはいつも通りのGmailと同じように使えます。ここで見ている画面はイメージ図で、実際の画面とは多少異なりますが、操作の流れは変わりません。そして一番伝えたいのは、社会部共通パスワードを入力する場面は、原則ない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い始める前に、最初の1回だけ準備が必要です。一般部員がすることは、管理担当から届く招待メールを開いて、承認するだけです。承認すれば、その日から自分のアカウントで利用を開始できます。管理担当の側は、社会部Gmailの設定画面で利用する人を登録する作業がありますが、これは一般部員が気にする必要はありません。招待には期限があるので、届いたら早めに承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代理アクセスに変えると、人事異動のときが特に楽になります。これまでは、異動のたびにパスワードを変更し、残る全員に新しいパスワードを連絡し、それぞれの端末で再設定してもらう必要がありました。これからは、異動した人の利用権限を削除して、新しく来た人を追加するだけです。パスワードを管理するのではなく、人を管理するという発想の変化だと考えてください。管理担当向けの補足ですが、社内の設定次第では、Googleグループを使ってさらにまとめて管理できる場合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最後に誤解しやすい点を確認します。代理アクセスは、あくまでGmail、つまりメールのための仕組みです。社会部のGoogle DriveやGoogle Calendarは、これとは別に、共有ドライブや共有カレンダーという仕組みを使います。「代理アクセスを設定すれば社会部アカウントの全部のサービスに入れる」というのは誤解なので、ここははっきり伝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覚えていただきたいのは、この3つだけです。1つ、社会部共通パスワードを全員で共有しない。2つ、自分の会社Googleアカウントから社会部Gmailを開く。3つ、異動のときはパスワードではなく利用権限を変更する。これが「Gmail代理アクセス」です。うまく表示されない、設定が見当たらないといった場合は、社会部管理担当か情報システム担当に確認してください。以上で説明を終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巻末の補足です。管理担当者・情報システム担当者向けの内容なので、一般部員向けの説明会では読み上げなくて構いません。初期設定は情報システム担当がGoogle管理コンソールで行い、利用者の登録は主担当・副担当が社会部Gmail側で行います。Googleグループの活用や人数の目安は、社内のGoogle Workspace設定によって条件が異なるため、必要に応じて情報システム担当に確認してください。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よくある質問をまとめています。スマートフォンでの利用、送信者表示、社会部Gmailが表示されないときの対処、Driveが使えるかどうか、といった質問です。時間があればこのページも紹介し、なければ「巻末に質問集をまとめているので、あとで見てください」と案内する程度で十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社会部内 説明会資料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使い方が変わります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共通パスワードから「代理アクセス」へ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886200"/>
            <a:ext cx="7680960" cy="685800"/>
          </a:xfrm>
          <a:prstGeom prst="roundRect">
            <a:avLst>
              <a:gd name="adj" fmla="val 10667"/>
            </a:avLst>
          </a:prstGeom>
          <a:solidFill>
            <a:srgbClr val="223A5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8862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自分の会社Googleアカウントから、社会部のメールを利用する仕組みです。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46863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394B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確認日：2026年8月7日（出典：Gmail／Google Workspace 公式ヘルプ）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01｜これまでの方式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これまでは「1本の鍵を全員で共有」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34640" y="1417320"/>
            <a:ext cx="3474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</p:spPr>
      </p:sp>
      <p:sp>
        <p:nvSpPr>
          <p:cNvPr id="5" name="Text 3"/>
          <p:cNvSpPr/>
          <p:nvPr/>
        </p:nvSpPr>
        <p:spPr>
          <a:xfrm>
            <a:off x="283464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社会部Gmail（共通パスワード）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1920240"/>
            <a:ext cx="0" cy="256032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13816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部長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50008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0008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次席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86200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22392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22392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58584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58584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28529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全員が同じ「メールアドレス＋パスワード」でログインしています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46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誰かがパスワードを変更すると、全員に影響する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639312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5478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異動のたびに、パスワードの管理が必要になる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941064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384962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全員が同じログイン情報を使い続けることになる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242816"/>
            <a:ext cx="118872" cy="118872"/>
          </a:xfrm>
          <a:prstGeom prst="ellipse">
            <a:avLst/>
          </a:prstGeom>
          <a:solidFill>
            <a:srgbClr val="A6480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15137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本人確認や、パスワードを忘れたときの対応も複雑になる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怖い話ではありません。「人数が増えるほど、鍵の管理が大変になる」という単純な問題です。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02｜代理アクセスとは？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自分のアカウントで、</a:t>
            </a:r>
            <a:endParaRPr lang="en-US" sz="2700" dirty="0"/>
          </a:p>
          <a:p>
            <a:pPr algn="l" indent="0" marL="0">
              <a:buNone/>
            </a:pPr>
            <a:r>
              <a:rPr lang="en-US" sz="27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社会部の受信箱を開く仕組み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65960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記者Aの会社アカウント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0131" y="2249424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19756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19756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記者Bの会社アカウント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0131" y="2903220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73552"/>
            <a:ext cx="3701491" cy="566928"/>
          </a:xfrm>
          <a:prstGeom prst="roundRect">
            <a:avLst>
              <a:gd name="adj" fmla="val 12903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73552"/>
            <a:ext cx="35186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記者Cの会社アカウント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0131" y="3557016"/>
            <a:ext cx="320040" cy="0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0171" y="2249424"/>
            <a:ext cx="0" cy="1307592"/>
          </a:xfrm>
          <a:prstGeom prst="line">
            <a:avLst/>
          </a:prstGeom>
          <a:noFill/>
          <a:ln w="25400">
            <a:solidFill>
              <a:srgbClr val="B9C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0171" y="2903220"/>
            <a:ext cx="27432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844491" y="1965960"/>
            <a:ext cx="3750869" cy="1874520"/>
          </a:xfrm>
          <a:prstGeom prst="roundRect">
            <a:avLst>
              <a:gd name="adj" fmla="val 4878"/>
            </a:avLst>
          </a:prstGeom>
          <a:solidFill>
            <a:srgbClr val="1C2E4A"/>
          </a:solidFill>
          <a:ln/>
        </p:spPr>
      </p:sp>
      <p:sp>
        <p:nvSpPr>
          <p:cNvPr id="16" name="Text 14"/>
          <p:cNvSpPr/>
          <p:nvPr/>
        </p:nvSpPr>
        <p:spPr>
          <a:xfrm>
            <a:off x="4981651" y="1965960"/>
            <a:ext cx="347654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</a:t>
            </a:r>
            <a:endParaRPr lang="en-US" sz="16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の受信箱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C2E4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社会部Gmailの共通パスワードを、一般部員が知る必要はありません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「代理アクセス」とは：自分の会社アカウントから、社会部のメールボックスを開く仕組みのことです。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03｜たとえて言うと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「社員証」で考えると簡単です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これまで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240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🔑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3108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全員が同じ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マスターキーを持つ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69164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DCE7F5"/>
          </a:solidFill>
          <a:ln w="19050">
            <a:solidFill>
              <a:srgbClr val="1C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これから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2240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💳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983480" y="3108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それぞれ自分の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社員証を使う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42062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C2E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206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社員証に「社会部メール室に入れる」権限だけが追加されるイメージです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※実際の仕組みはGoogleアカウントの利用権限です。物理的な社員証があるわけではありません。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04｜できること・できないこと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代理アクセスすると何ができる？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840480" cy="2743200"/>
          </a:xfrm>
          <a:prstGeom prst="roundRect">
            <a:avLst>
              <a:gd name="adj" fmla="val 3333"/>
            </a:avLst>
          </a:prstGeom>
          <a:solidFill>
            <a:srgbClr val="E7EEF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できる（一般部員）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2860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社会部宛てのメールを読む・検索する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98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79806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メールに返信する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33101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社会部Gmailからメールを送る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38221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メールを削除する・整理する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1600200"/>
            <a:ext cx="3840480" cy="2743200"/>
          </a:xfrm>
          <a:prstGeom prst="roundRect">
            <a:avLst>
              <a:gd name="adj" fmla="val 3333"/>
            </a:avLst>
          </a:prstGeom>
          <a:solidFill>
            <a:srgbClr val="FDF1E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できない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94960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社会部アカウントのパスワード変更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28529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Googleアカウント全体の設定変更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480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×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3419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Gmail以外のサービスを自動的にすべて使うこと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5720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1C2E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5720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メール業務はできる。でも、社会部アカウントそのものの管理者になるわけではない。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05｜毎日の使い方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毎日はどう使う？（4ステップ）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312" y="1508760"/>
            <a:ext cx="1783080" cy="1234440"/>
          </a:xfrm>
          <a:prstGeom prst="roundRect">
            <a:avLst>
              <a:gd name="adj" fmla="val 7407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84" y="1645920"/>
            <a:ext cx="402336" cy="40233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6" name="Text 4"/>
          <p:cNvSpPr/>
          <p:nvPr/>
        </p:nvSpPr>
        <p:spPr>
          <a:xfrm>
            <a:off x="900684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3464" y="2130552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自分の会社Gmail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249424" y="2125980"/>
            <a:ext cx="27432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523744" y="1508760"/>
            <a:ext cx="1783080" cy="1234440"/>
          </a:xfrm>
          <a:prstGeom prst="roundRect">
            <a:avLst>
              <a:gd name="adj" fmla="val 7407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14116" y="1645920"/>
            <a:ext cx="402336" cy="40233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11" name="Text 9"/>
          <p:cNvSpPr/>
          <p:nvPr/>
        </p:nvSpPr>
        <p:spPr>
          <a:xfrm>
            <a:off x="3214116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96896" y="2130552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右上の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プロフィール画像を押す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62856" y="2125980"/>
            <a:ext cx="27432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37176" y="1508760"/>
            <a:ext cx="1783080" cy="1234440"/>
          </a:xfrm>
          <a:prstGeom prst="roundRect">
            <a:avLst>
              <a:gd name="adj" fmla="val 7407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27548" y="1645920"/>
            <a:ext cx="402336" cy="40233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16" name="Text 14"/>
          <p:cNvSpPr/>
          <p:nvPr/>
        </p:nvSpPr>
        <p:spPr>
          <a:xfrm>
            <a:off x="5527548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10328" y="2130552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「社会部Gmail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（代理）」を選ぶ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76288" y="2125980"/>
            <a:ext cx="274320" cy="0"/>
          </a:xfrm>
          <a:prstGeom prst="line">
            <a:avLst/>
          </a:prstGeom>
          <a:noFill/>
          <a:ln w="31750">
            <a:solidFill>
              <a:srgbClr val="1C2E4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50608" y="1508760"/>
            <a:ext cx="1783080" cy="1234440"/>
          </a:xfrm>
          <a:prstGeom prst="roundRect">
            <a:avLst>
              <a:gd name="adj" fmla="val 7407"/>
            </a:avLst>
          </a:prstGeom>
          <a:solidFill>
            <a:srgbClr val="DCE7F5"/>
          </a:solidFill>
          <a:ln w="12700">
            <a:solidFill>
              <a:srgbClr val="B9C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40980" y="1645920"/>
            <a:ext cx="402336" cy="40233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21" name="Text 19"/>
          <p:cNvSpPr/>
          <p:nvPr/>
        </p:nvSpPr>
        <p:spPr>
          <a:xfrm>
            <a:off x="7840980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2130552"/>
            <a:ext cx="1636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社会部の受信箱が開く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（通常のGmailとほぼ同じ）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188720" y="30175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F5F6F8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3017520"/>
            <a:ext cx="676656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52360" y="3072384"/>
            <a:ext cx="201168" cy="201168"/>
          </a:xfrm>
          <a:prstGeom prst="ellipse">
            <a:avLst/>
          </a:prstGeom>
          <a:solidFill>
            <a:srgbClr val="B9CCE8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301752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 － 画面イメージ（実際の画面とは異なります）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4747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社会部Gmail（代理）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63040" y="37947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受信箱  ｜  すべてのメール  ｜  送信済み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88720" y="4251960"/>
            <a:ext cx="676656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251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社会部共通パスワードの入力は、原則不要です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06｜最初だけ必要な作業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使い始める前に、1回だけの準備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DCE7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一般部員がすること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377440"/>
            <a:ext cx="310896" cy="31089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23500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管理担当から招待メールが届く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2852928"/>
            <a:ext cx="310896" cy="31089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28254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招待メールを開く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328416"/>
            <a:ext cx="310896" cy="31089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330098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内容を確認して承認する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3803904"/>
            <a:ext cx="310896" cy="310896"/>
          </a:xfrm>
          <a:prstGeom prst="ellipse">
            <a:avLst/>
          </a:prstGeom>
          <a:solidFill>
            <a:srgbClr val="1C2E4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37764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そのまま利用を開始する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800600" y="1691640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F2F3F5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管理担当がすること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社会部Gmail側の設定で、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利用する人を登録するだけです。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詳しい設定手順は巻末の補足ページを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参照してください。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招待には期限があり、承認後の反映まで時間がかかる場合があります。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07｜人事異動のとき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人事異動が、ぐっと簡単になります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従来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00200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17520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18688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パスワード変更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36008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837176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全員へ連絡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4496" y="192024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55664" y="169164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1384" y="16916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端末を再設定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2331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アクセス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600200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17520" y="256032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218688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4408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利用権限を削除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36008" y="2560320"/>
            <a:ext cx="201168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837176" y="23317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3317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新任者を追加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063240"/>
            <a:ext cx="8046720" cy="594360"/>
          </a:xfrm>
          <a:prstGeom prst="roundRect">
            <a:avLst>
              <a:gd name="adj" fmla="val 12308"/>
            </a:avLst>
          </a:prstGeom>
          <a:solidFill>
            <a:srgbClr val="1C2E4A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063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「パスワード」ではなく「人」を管理する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02920" y="384048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8404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補足（管理担当者向け）：社内の設定によっては、社会部のGoogleグループを代理人として登録し、所属者の管理をさらにまとめて行える場合があります。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08｜対象範囲の確認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これはGmail（メール）だけの仕組みです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3120" y="1508760"/>
            <a:ext cx="4937760" cy="457200"/>
          </a:xfrm>
          <a:prstGeom prst="roundRect">
            <a:avLst>
              <a:gd name="adj" fmla="val 12000"/>
            </a:avLst>
          </a:prstGeom>
          <a:solidFill>
            <a:srgbClr val="1C2E4A"/>
          </a:solidFill>
          <a:ln/>
        </p:spPr>
      </p:sp>
      <p:sp>
        <p:nvSpPr>
          <p:cNvPr id="5" name="Text 3"/>
          <p:cNvSpPr/>
          <p:nvPr/>
        </p:nvSpPr>
        <p:spPr>
          <a:xfrm>
            <a:off x="2103120" y="1508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 Google 環境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965960"/>
            <a:ext cx="0" cy="91440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057400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DCE7F5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20574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Gmail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23360" y="2258568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20574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代理アクセスで利用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0" y="1965960"/>
            <a:ext cx="0" cy="603504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2569464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256946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Drive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23360" y="2770632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4480560" y="256946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共有ドライブを別に利用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0" y="1965960"/>
            <a:ext cx="0" cy="1115568"/>
          </a:xfrm>
          <a:prstGeom prst="line">
            <a:avLst/>
          </a:prstGeom>
          <a:noFill/>
          <a:ln w="19050">
            <a:solidFill>
              <a:srgbClr val="B9C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77440" y="3081528"/>
            <a:ext cx="1645920" cy="402336"/>
          </a:xfrm>
          <a:prstGeom prst="roundRect">
            <a:avLst>
              <a:gd name="adj" fmla="val 13636"/>
            </a:avLst>
          </a:prstGeom>
          <a:solidFill>
            <a:srgbClr val="F2F3F5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308152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7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Calendar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3360" y="3282696"/>
            <a:ext cx="365760" cy="0"/>
          </a:xfrm>
          <a:prstGeom prst="line">
            <a:avLst/>
          </a:prstGeom>
          <a:noFill/>
          <a:ln w="19050">
            <a:solidFill>
              <a:srgbClr val="5B657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480560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共有カレンダーを別に利用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794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C2E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794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代理アクセス＝Gmailのメールを利用するための仕組みです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「代理アクセスを設定すれば、社会部アカウントの全サービスに入れる」は誤解です。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9CCE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まとめ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覚えるのは3つだけ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223A5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6916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社会部共通パスワードを、全員で共有しない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04872"/>
            <a:ext cx="502920" cy="502920"/>
          </a:xfrm>
          <a:prstGeom prst="ellipse">
            <a:avLst/>
          </a:prstGeom>
          <a:solidFill>
            <a:srgbClr val="223A5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04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40487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自分の会社Googleアカウントから、社会部Gmailを開く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18104"/>
            <a:ext cx="502920" cy="502920"/>
          </a:xfrm>
          <a:prstGeom prst="ellipse">
            <a:avLst/>
          </a:prstGeom>
          <a:solidFill>
            <a:srgbClr val="223A5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118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7F5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118104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異動のときは、パスワードではなく利用権限を変更する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223A5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これが「Gmail代理アクセス」です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AB8D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利用できない場合や、設定が表示されない場合は、社会部管理担当または情報システム担当へ。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2C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補足｜管理担当者向け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補足：初期設定とGoogleグループの活用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初期設定（情報システム担当）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Google管理コンソールで「メールの委任」を組織内向けに有効にします。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039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利用者の登録（主担当・副担当）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313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社会部Gmailの設定画面から、利用する人を1人ずつ追加します。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6609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Googleグループの活用（環境による）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93522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組織内であれば、Googleグループを代理人として追加できる場合があります。所属者へまとめて利用権限を与えられます。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2826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異動時の対応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55701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異動者の削除と、新任者の追加を、その都度行います。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9044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登録できる人数の目安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1788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職場アカウントでは代理人を多数登録できますが、実務上の目安として同時に使う人数は数十人程度です。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475945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社内のGoogle Workspace設定により、実際の操作画面・利用条件が異なる場合があります。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2E4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補足｜よくある質問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FAQ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45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スマートフォンでも使える？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07568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代理人の追加はパソコンのみです。代理アカウントの閲覧・送信はスマホのGmailアプリでも順次利用できるようになっています（環境により異なる場合があります）。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645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代理で送ったメールは、誰から送ったように見える？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207568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社内の設定により、代理人の名前も表示される場合と、社会部アカウントのみ表示される場合があります。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社会部Gmailが表示されない場合は？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72160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招待を承認したか確認し、時間を置いて再確認してください。解決しない場合は管理担当へ。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315468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2918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1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Q. Google Driveも代理アクセスで使える？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372160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A. 使えません。代理アクセスはGmail専用です。Driveは共有ドライブを別に利用します。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0" y="47960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2026-08-07T19:39:53Z</dcterms:created>
  <dcterms:modified xsi:type="dcterms:W3CDTF">2026-08-07T19:39:53Z</dcterms:modified>
</cp:coreProperties>
</file>